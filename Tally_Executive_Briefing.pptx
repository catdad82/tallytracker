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33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334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covers what Tally is, what it solves, how it integrates with Monday and NetSuite, rollout plan, and Mac development cost considerations.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core pain points that Tally addresses. Each one has a direct remedy.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passive background capture, Monday task linkage, and validated NetSuite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to the right: 1304 clients, zero cost, full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integration is fully automated. Users don't need to touch Monday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message: the app enforces correct NS codes at the point of entry, not during a review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Rollout is lightweight. No IT involvement required. Costs are zero since Monday and NetSuite are already licensed.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to build a Mac version is a one-time development engagement. Recommend confirming Windows adoption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path: deploy, measure, decide on Mac. Zero risk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floor for questions. Key message to leave on: production-ready, zero cost, deploy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TALLY</a:t>
            </a:r>
            <a:endParaRPr lang="en-US" sz="7200" dirty="0">
              <a:latin typeface="Montserra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kern="0" spc="400" dirty="0">
                <a:solidFill>
                  <a:srgbClr val="CADCFC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TIME TRACKER</a:t>
            </a:r>
            <a:endParaRPr lang="en-US" sz="4200" dirty="0">
              <a:latin typeface="Montserrat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3200400" cy="36576"/>
          </a:xfrm>
          <a:prstGeom prst="rect">
            <a:avLst/>
          </a:prstGeom>
          <a:solidFill>
            <a:srgbClr val="C77D1B"/>
          </a:solidFill>
          <a:ln w="12700">
            <a:solidFill>
              <a:srgbClr val="C77D1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Executive Briefing  |  PMO  |  June 2026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7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IGNITE VISIBILITY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Manual Timesheets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⏱  Memory-based reconstruction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Staff rebuild their day hours later — accuracy suffers and time is systematically under-reported.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📊  No real-time visibility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Management cannot see how time is allocated across clients and projects until timesheets are submitted.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🔢  NetSuite code errors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1,304+ client codes must be entered exactly — free-text entry causes rejections, corrections, and rework.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💻  Monday.com context lost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The moment a user switches apps, their Monday task context disappears. Time goes unrecorded.</a:t>
            </a:r>
            <a:endParaRPr lang="en-US" sz="12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WHAT IS TALLY?</a:t>
            </a:r>
            <a:endParaRPr lang="en-US" sz="2200" dirty="0">
              <a:latin typeface="Oswald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 Windows desktop app that tracks time automatically — no manual entry required.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AUTO TRACKING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Captures active windows and browser tabs silently in the background — always on, zero effort.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54680" y="1325880"/>
            <a:ext cx="2743200" cy="411480"/>
          </a:xfrm>
          <a:prstGeom prst="rect">
            <a:avLst/>
          </a:prstGeom>
          <a:solidFill>
            <a:srgbClr val="C77D1B"/>
          </a:solidFill>
          <a:ln w="12700">
            <a:solidFill>
              <a:srgbClr val="C77D1B"/>
            </a:solidFill>
            <a:prstDash val="solid"/>
          </a:ln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4612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MONDAY.COM LINK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54680" y="173736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Chrome extension attributes time to the exact Monday task you're working on, automatically.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74320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NETSUITE READY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Validated project codes, task codes, and service items — no free text, no invalid entries, no rework.</a:t>
            </a:r>
            <a:endParaRPr lang="en-US" sz="13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200" dirty="0">
              <a:latin typeface="Oswald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50292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Manual timer with NetSuite Customer:Project lookup (1,304+ clients)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Daily review posts to Monday.com — grouped by date, one row per task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Duplicate protection: re-posting updates entries, never creates duplicates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Auto-assign rules: map apps to projects, categories and NS clients automatically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Live browser dashboard showing today's totals by project and Monday board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Full log, summary and reports tabs with CSV and JSON export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Domain-level Chrome tracking — separate rules per website (github.com, gmail.com, etc.)</a:t>
            </a:r>
            <a:endParaRPr lang="en-US" sz="12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Toast notifications with audio alert when auto-tracking starts</a:t>
            </a:r>
            <a:endParaRPr lang="en-US" sz="12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20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0" y="8229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0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1,304+</a:t>
            </a:r>
            <a:endParaRPr lang="en-US" sz="3600" dirty="0">
              <a:latin typeface="Montserra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1444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NS Clients</a:t>
            </a:r>
            <a:endParaRPr lang="en-US" sz="11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5040" y="2770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licensing cost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0" y="34747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>
              <a:latin typeface="Montserrat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4096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Entry</a:t>
            </a:r>
            <a:endParaRPr lang="en-US" sz="11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MONDAY.COM INTEGRATION</a:t>
            </a:r>
            <a:endParaRPr lang="en-US" sz="2200" dirty="0">
              <a:latin typeface="Oswald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>
              <a:latin typeface="Oswald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Chrome extension detects active Monday task → starts timer automatically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Daily review posts a consolidated summary to a designated board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Items grouped by date — e.g. "Monday 29 June"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Board columns: Date, Duration, Project, Category, Notes, NS Project, NS Task, NS Service Item, Status</a:t>
            </a:r>
            <a:endParaRPr lang="en-US" sz="14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7772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EEF5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85216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2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KEY BENEFIT</a:t>
            </a:r>
            <a:endParaRPr lang="en-US" sz="1100" dirty="0">
              <a:latin typeface="Oswald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12344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"Run the daily review twice? It updates — never duplicates."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0" y="2880360"/>
            <a:ext cx="31089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8521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7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BOARD AUTO-CONFIGURES</a:t>
            </a:r>
            <a:endParaRPr lang="en-US" sz="1100" dirty="0">
              <a:latin typeface="Oswald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06440" y="33375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All columns are created automatically on first use. No manual board setup required.</a:t>
            </a:r>
            <a:endParaRPr lang="en-US" sz="12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NETSUITE INTEGRATION</a:t>
            </a:r>
            <a:endParaRPr lang="en-US" sz="2200" dirty="0">
              <a:latin typeface="Oswald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5669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1,304+ active clients in a searchable, validated dropdown — no typing required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Admin codes 1778 (Leave/PTO) and 1779 (Internal Admin) have dedicated task sub-lists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Service Item is always required and validated against the NetSuite service item list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Nothing invalid can be saved or posted — data quality enforced at source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NS fields (Customer:Project, Task, Service Item) flow directly into Monday.com daily review posts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Data refreshes by replacing the NS lookup file — no code changes required</a:t>
            </a:r>
            <a:endParaRPr lang="en-US" sz="14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40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355080" y="1371600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"Data quality is enforced at entry — not reviewed after the fact."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3566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309360" y="363931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NetSuite data file</a:t>
            </a:r>
            <a:endParaRPr lang="en-US" sz="12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refreshes in minutes</a:t>
            </a:r>
            <a:endParaRPr lang="en-US" sz="12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ROLLING OUT TO THE TEAM</a:t>
            </a:r>
            <a:endParaRPr lang="en-US" sz="2200" dirty="0">
              <a:latin typeface="Oswald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WHAT EACH USER NEEDS</a:t>
            </a:r>
            <a:endParaRPr lang="en-US" sz="1400" dirty="0">
              <a:latin typeface="Oswa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Windows PC (Windows 10 or 11)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Monday.com API token (from their own account — no shared credentials)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Single .exe installer — no IT configuration, no admin rights required</a:t>
            </a:r>
            <a:endParaRPr lang="en-US" sz="1400" dirty="0">
              <a:latin typeface="Montserrat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Auto-assign rules configured per user for their own app-to-project mappings</a:t>
            </a:r>
            <a:endParaRPr lang="en-US" sz="14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WHAT IT COSTS</a:t>
            </a:r>
            <a:endParaRPr lang="en-US" sz="1400" dirty="0">
              <a:latin typeface="Oswald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0" y="1243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0" y="1280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Internal tool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184708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02920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19019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 servers or hosting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250545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029200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Per-seat cost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512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98080" y="25968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No SaaS fees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316382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029200" y="32552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3218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98080" y="32552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Already licensed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6320" y="382219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02920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NetSuite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3877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3913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Already licensed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COST CONSIDERATION — MAC VERSION</a:t>
            </a:r>
            <a:endParaRPr lang="en-US" sz="2200" dirty="0">
              <a:latin typeface="Oswald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0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The core application is platform-neutral Python. Only the OS-level window-tracking layer needs rewriting for macOS.</a:t>
            </a:r>
            <a:endParaRPr lang="en-US" sz="1300" dirty="0">
              <a:latin typeface="Montserrat" pitchFamily="2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239332"/>
              </p:ext>
            </p:extLst>
          </p:nvPr>
        </p:nvGraphicFramePr>
        <p:xfrm>
          <a:off x="365760" y="1280160"/>
          <a:ext cx="8321040" cy="28072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swald" pitchFamily="2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Oswald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swald" pitchFamily="2" charset="0"/>
                          <a:ea typeface="Arial" pitchFamily="34" charset="-122"/>
                          <a:cs typeface="Arial" pitchFamily="34" charset="-120"/>
                        </a:rPr>
                        <a:t>WINDOWS (CURRENT)</a:t>
                      </a:r>
                      <a:endParaRPr lang="en-US" sz="1200" dirty="0">
                        <a:latin typeface="Oswald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swald" pitchFamily="2" charset="0"/>
                          <a:ea typeface="Arial" pitchFamily="34" charset="-122"/>
                          <a:cs typeface="Arial" pitchFamily="34" charset="-120"/>
                        </a:rPr>
                        <a:t>MAC (FUTURE)</a:t>
                      </a:r>
                      <a:endParaRPr lang="en-US" sz="1200" dirty="0">
                        <a:latin typeface="Oswald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Production-ready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Not yet built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Window tracking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Complete (Windows API)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Requires rewrite (macOS APIs)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Installer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.exe — no IT config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.dmg + Apple code-signing required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Build environment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Available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Requires Mac hardware or CI runner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Dev effort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Moderate-to-significant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Deploy now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Evaluate after Windows adoption confirmed</a:t>
                      </a:r>
                      <a:endParaRPr lang="en-US" sz="1150" dirty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TIME TRACKER  |  CONFIDENTIAL  |  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25880" y="804672"/>
            <a:ext cx="731520" cy="7315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325880" y="804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108960" y="1124712"/>
            <a:ext cx="137160" cy="73152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A7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DEPLOY NOW</a:t>
            </a:r>
            <a:endParaRPr lang="en-US" sz="1600" dirty="0">
              <a:latin typeface="Oswald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Roll out to all one team. No licensing costs, no IT overhead.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804672"/>
            <a:ext cx="731520" cy="731520"/>
          </a:xfrm>
          <a:prstGeom prst="ellipse">
            <a:avLst/>
          </a:prstGeom>
          <a:solidFill>
            <a:srgbClr val="C77D1B"/>
          </a:solidFill>
          <a:ln w="12700">
            <a:solidFill>
              <a:srgbClr val="C77D1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206240" y="804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989320" y="1124712"/>
            <a:ext cx="137160" cy="73152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33756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77D1B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600" dirty="0">
              <a:latin typeface="Oswald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Run for 4–6 weeks. Gather adoption rates, accuracy improvements, and team feedback.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86600" y="804672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7086600" y="804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080760" y="169164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AFBFC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21792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B2A4A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>
              <a:latin typeface="Oswald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0" y="22860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Evaluate Mac development investment based on team composition and confirmed value delivered.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2700">
            <a:solidFill>
              <a:srgbClr val="D8DD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"No new systems. No new contracts. Just better data."</a:t>
            </a:r>
            <a:endParaRPr lang="en-US" sz="14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Oswald" pitchFamily="2" charset="0"/>
                <a:ea typeface="Arial" pitchFamily="34" charset="-122"/>
                <a:cs typeface="Arial" pitchFamily="34" charset="-120"/>
              </a:rPr>
              <a:t>QUESTIONS</a:t>
            </a: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548640" y="2423160"/>
            <a:ext cx="2743200" cy="45720"/>
          </a:xfrm>
          <a:prstGeom prst="rect">
            <a:avLst/>
          </a:prstGeom>
          <a:solidFill>
            <a:srgbClr val="C77D1B"/>
          </a:solidFill>
          <a:ln w="12700">
            <a:solidFill>
              <a:srgbClr val="C77D1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Tally Time Tracker — Created by Ian Read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ianr@ignitevisibility.com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77D1B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Production-ready today.  Zero ongoing cost.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8FB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IAN READ  |  JUNE 2026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1035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Tally Time Tracker — Executive Briefing</dc:title>
  <dc:subject>PptxGenJS Presentation</dc:subject>
  <dc:creator>Ignite Visibility</dc:creator>
  <cp:lastModifiedBy>Ian Read</cp:lastModifiedBy>
  <cp:revision>2</cp:revision>
  <dcterms:created xsi:type="dcterms:W3CDTF">2026-06-29T05:01:56Z</dcterms:created>
  <dcterms:modified xsi:type="dcterms:W3CDTF">2026-06-29T12:46:56Z</dcterms:modified>
</cp:coreProperties>
</file>